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BLOCK 01　0:00〜　約14秒 / 91字</a:t>
            </a:r>
          </a:p>
          <a:p/>
          <a:p>
            <a:r>
              <a:t>Ringの末松です。その自転車、いま停めたら撤去されますか。答えられる人はほとんどいません。Ringは東京都内なら路上のどこを指しても、その場で答えます。右上のQRで、いま触れます。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BLOCK 02　0:14〜　約9秒 / 60字</a:t>
            </a:r>
          </a:p>
          <a:p/>
          <a:p>
            <a:r>
              <a:t>指定された駅前には、いまも一万三千台以上が停まっています。撤去されると、取り戻すのに三千円と平日昼間の半日がかかります。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BLOCK 03　0:23〜　約12秒 / 79字</a:t>
            </a:r>
          </a:p>
          <a:p/>
          <a:p>
            <a:r>
              <a:t>停めていいかは放置禁止区域の内か外かで決まります。でも現地に線はありません。区ごとにばらばらで、しかも区域は動きます。渋谷区は去年十月と今年四月に広げました。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BLOCK 04　0:36〜　約11秒 / 75字</a:t>
            </a:r>
          </a:p>
          <a:p/>
          <a:p>
            <a:r>
              <a:t>駐輪場を探すアプリはあります。でもそれは、安全な場所のリストです。人が実際に停めるのは、満車のとき、ほんの少しのつもりのとき。つまりリストの外側です。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BLOCK 05　0:47〜　約20秒 / 129字（この前半で送る）</a:t>
            </a:r>
          </a:p>
          <a:p/>
          <a:p>
            <a:r>
              <a:t>区域のデータを探しました。東京都のカタログには一件もない。各区は地図の画像でしか出していません。ところが都のエクセルに、駅ごとの「放置禁止区域に指定」という星印が埋もれていた。駅座標と突合率九十九・九パーセントで結合し、東京全域五百十九駅ぶんを起こしました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BLOCK 05　0:47〜　約20秒 / 129字（この後半で送る）</a:t>
            </a:r>
          </a:p>
          <a:p/>
          <a:p>
            <a:r>
              <a:t>区域のデータを探しました。東京都のカタログには一件もない。各区は地図の画像でしか出していません。ところが都のエクセルに、駅ごとの「放置禁止区域に指定」という星印が埋もれていた。駅座標と突合率九十九・九パーセントで結合し、東京全域五百十九駅ぶんを起こしました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BLOCK 06　1:07〜　約14秒 / 86字</a:t>
            </a:r>
          </a:p>
          <a:p/>
          <a:p>
            <a:r>
              <a:t>これが実際の画面です。中央の十字が指す場所を五段階で判定します。左は東京駅前。撤去対象で、区域の外まで百九十四メートル。右へ四百メートル動かすと日本橋側。ここは対象外です。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BLOCK 07　1:21〜　約12秒 / 73字（この前半で送る）</a:t>
            </a:r>
          </a:p>
          <a:p/>
          <a:p>
            <a:r>
              <a:t>判定して終わりません。撤去対象なら近くの駐輪場を距離順に出し、撤去された後は、どの保管所に、何曜日の何時に、何を持って行けばいいかまで案内します。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BLOCK 07　1:21〜　約12秒 / 73字（この後半で送る）</a:t>
            </a:r>
          </a:p>
          <a:p/>
          <a:p>
            <a:r>
              <a:t>判定して終わりません。撤去対象なら近くの駐輪場を距離順に出し、撤去された後は、どの保管所に、何曜日の何時に、何を持って行けばいいかまで案内します。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BLOCK 08　1:32〜　約11秒 / 70字</a:t>
            </a:r>
          </a:p>
          <a:p/>
          <a:p>
            <a:r>
              <a:t>東京全域が端末の中に入っているので、電波がなくても判定は続きます。位置情報も外に送りません。路上で使うアプリなので、そこは譲れませんでした。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BLOCK 09　1:43〜　約15秒 / 98字（この前半で送る）</a:t>
            </a:r>
          </a:p>
          <a:p/>
          <a:p>
            <a:r>
              <a:t>使ったオープンデータは十二件。区が区域データを公開すれば、Ringはもっと正確になる。だからアプリに、公開をお願いする機能を入れました。Ringが要らなくなる日が、いちばんいい結末です。以上です。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BLOCK 09　1:43〜　約15秒 / 98字（この後半で送る）</a:t>
            </a:r>
          </a:p>
          <a:p/>
          <a:p>
            <a:r>
              <a:t>使ったオープンデータは十二件。区が区域データを公開すれば、Ringはもっと正確になる。だからアプリに、公開をお願いする機能を入れました。Ringが要らなくなる日が、いちばんいい結末です。以上です。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